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teams shared a field playbook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and South used the same approach, then adapted it to local demand. The shared method made the gains repeatable.</a:t>
            </a:r>
            <a:endParaRPr lang="en-US" sz="2000" dirty="0"/>
          </a:p>
        </p:txBody>
      </p:sp>
      <p:pic>
        <p:nvPicPr>
          <p:cNvPr id="4" name="Image 0" descr="Illustrated mountain landscape beneath a bright sk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645920"/>
            <a:ext cx="512064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5715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261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 method, adapted locally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teams shared a field playbook</dc:title>
  <dc:subject>Local teams shared a field playbook</dc:subject>
  <dc:creator>PptxGenJS</dc:creator>
  <cp:lastModifiedBy>PptxGenJS</cp:lastModifiedBy>
  <cp:revision>1</cp:revision>
  <dcterms:created xsi:type="dcterms:W3CDTF">2026-10-17T18:07:24Z</dcterms:created>
  <dcterms:modified xsi:type="dcterms:W3CDTF">2026-10-17T18:07:24Z</dcterms:modified>
</cp:coreProperties>
</file>