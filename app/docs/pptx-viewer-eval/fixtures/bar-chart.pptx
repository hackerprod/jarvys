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01828"/>
                </a:solidFill>
                <a:latin typeface="Cambria"/>
              </a:defRPr>
            </a:pPr>
            <a:r>
              <a:rPr sz="1800" b="0" i="0" u="none" strike="noStrike">
                <a:solidFill>
                  <a:srgbClr val="101828"/>
                </a:solidFill>
                <a:latin typeface="Cambria"/>
              </a:rPr>
              <a:t>Quarterly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459D3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018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West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57</c:v>
                </c:pt>
                <c:pt idx="2">
                  <c:v>39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500" u="none">
                  <a:solidFill>
                    <a:srgbClr val="1018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018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D5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018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leads regional sales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17320"/>
          <a:ext cx="10744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sales chart</dc:title>
  <dc:subject>Regional sales chart</dc:subject>
  <dc:creator>Jarvys</dc:creator>
  <cp:lastModifiedBy>Jarvys</cp:lastModifiedBy>
  <cp:revision>1</cp:revision>
  <dcterms:created xsi:type="dcterms:W3CDTF">2026-10-17T13:04:48Z</dcterms:created>
  <dcterms:modified xsi:type="dcterms:W3CDTF">2026-10-17T13:04:48Z</dcterms:modified>
</cp:coreProperties>
</file>