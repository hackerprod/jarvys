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0972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01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 in what works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698480" cy="2560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lighter theme keeps detail clear and calm.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0972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 the strongest regions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698480" cy="2560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dark theme for a clear executive close.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7F3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0972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01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Carry momentum forward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698480" cy="2560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same palette and spacing across the deck.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Jarvys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Light and dark theme slides</dc:title>
  <dc:subject>Light and dark theme slides</dc:subject>
  <dc:creator>Jarvys</dc:creator>
  <cp:lastModifiedBy>Jarvys</cp:lastModifiedBy>
  <cp:revision>1</cp:revision>
  <dcterms:created xsi:type="dcterms:W3CDTF">2026-10-17T13:04:48Z</dcterms:created>
  <dcterms:modified xsi:type="dcterms:W3CDTF">2026-10-17T13:04:48Z</dcterms:modified>
</cp:coreProperties>
</file>