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Quarterly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D6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81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BB5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North</c:v>
                  </c:pt>
                  <c:pt idx="1">
                    <c:v>South</c:v>
                  </c:pt>
                  <c:pt idx="2">
                    <c:v>West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57</c:v>
                </c:pt>
                <c:pt idx="2">
                  <c:v>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led quarterly regional revenue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55448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766560" y="17373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reached the highest total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766560" y="2926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delivered the next highest result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766560" y="41148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remained near its prior quarter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 led quarterly regional revenue</dc:title>
  <dc:subject>South led quarterly regional revenue</dc:subject>
  <dc:creator>PptxGenJS</dc:creator>
  <cp:lastModifiedBy>PptxGenJS</cp:lastModifiedBy>
  <cp:revision>1</cp:revision>
  <dcterms:created xsi:type="dcterms:W3CDTF">2026-10-17T18:07:24Z</dcterms:created>
  <dcterms:modified xsi:type="dcterms:W3CDTF">2026-10-17T18:07:24Z</dcterms:modified>
</cp:coreProperties>
</file>