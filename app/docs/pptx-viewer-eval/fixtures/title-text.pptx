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growth accelerated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rose 22% this quarter, led by the North and South teams.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087368"/>
            <a:ext cx="10515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finished at 42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544568"/>
            <a:ext cx="10515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finished at 57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Jarvys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Regional growth</dc:title>
  <dc:subject>Regional growth</dc:subject>
  <dc:creator>Jarvys</dc:creator>
  <cp:lastModifiedBy>Jarvys</cp:lastModifiedBy>
  <cp:revision>1</cp:revision>
  <dcterms:created xsi:type="dcterms:W3CDTF">2026-10-17T13:04:48Z</dcterms:created>
  <dcterms:modified xsi:type="dcterms:W3CDTF">2026-10-17T13:04:48Z</dcterms:modified>
</cp:coreProperties>
</file>