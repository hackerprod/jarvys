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composition with separate text and decorative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-480000">
            <a:off x="8046720" y="3566160"/>
            <a:ext cx="2834640" cy="1371600"/>
          </a:xfrm>
          <a:prstGeom prst="rect">
            <a:avLst/>
          </a:prstGeom>
          <a:solidFill>
            <a:srgbClr val="2D6A72"/>
          </a:solidFill>
          <a:ln w="12700">
            <a:solidFill>
              <a:srgbClr val="2D6A7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73736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clearer view of </a:t>
            </a:r>
            <a:pPr indent="0" marL="0">
              <a:buNone/>
            </a:pPr>
            <a:r>
              <a:rPr lang="en-US" sz="3400" dirty="0">
                <a:solidFill>
                  <a:srgbClr val="2D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growth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outlook | October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clearer view of regional growth</dc:title>
  <dc:subject>A clearer view of regional growth</dc:subject>
  <dc:creator>PptxGenJS</dc:creator>
  <cp:lastModifiedBy>PptxGenJS</cp:lastModifiedBy>
  <cp:revision>1</cp:revision>
  <dcterms:created xsi:type="dcterms:W3CDTF">2026-10-17T18:07:24Z</dcterms:created>
  <dcterms:modified xsi:type="dcterms:W3CDTF">2026-10-17T18:07:24Z</dcterms:modified>
</cp:coreProperties>
</file>