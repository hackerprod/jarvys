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team, three regions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698480" cy="2560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regional teams shared one playbook.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3794760"/>
            <a:ext cx="2743200" cy="1051560"/>
          </a:xfrm>
          <a:prstGeom prst="roundRect">
            <a:avLst/>
          </a:prstGeom>
          <a:solidFill>
            <a:srgbClr val="2459D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794760"/>
            <a:ext cx="2743200" cy="1051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playbook</a:t>
            </a:r>
            <a:endParaRPr lang="en-US" sz="2200" dirty="0"/>
          </a:p>
        </p:txBody>
      </p:sp>
      <p:pic>
        <p:nvPicPr>
          <p:cNvPr id="6" name="Image 0" descr="Mountain landscape with a team label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35040" y="1645920"/>
            <a:ext cx="4297680" cy="2651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Jarvys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Field team image and shape</dc:title>
  <dc:subject>Field team image and shape</dc:subject>
  <dc:creator>Jarvys</dc:creator>
  <cp:lastModifiedBy>Jarvys</cp:lastModifiedBy>
  <cp:revision>1</cp:revision>
  <dcterms:created xsi:type="dcterms:W3CDTF">2026-10-17T13:04:48Z</dcterms:created>
  <dcterms:modified xsi:type="dcterms:W3CDTF">2026-10-17T13:04:48Z</dcterms:modified>
</cp:coreProperties>
</file>