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embedded PNG is visible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PNG reached create_presentation as an image data URL.</a:t>
            </a:r>
            <a:endParaRPr lang="en-US" sz="2000" dirty="0"/>
          </a:p>
        </p:txBody>
      </p:sp>
      <p:pic>
        <p:nvPicPr>
          <p:cNvPr id="4" name="Image 0" descr="Blue sky, sun, and mountain landsca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4297680" cy="265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Jarvys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PNG from a data URL</dc:title>
  <dc:subject>Embedded PNG from a data URL</dc:subject>
  <dc:creator>Jarvys</dc:creator>
  <cp:lastModifiedBy>Jarvys</cp:lastModifiedBy>
  <cp:revision>1</cp:revision>
  <dcterms:created xsi:type="dcterms:W3CDTF">2026-10-17T13:32:55Z</dcterms:created>
  <dcterms:modified xsi:type="dcterms:W3CDTF">2026-10-17T13:32:55Z</dcterms:modified>
</cp:coreProperties>
</file>