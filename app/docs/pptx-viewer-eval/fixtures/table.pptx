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10972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1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regions exceeded plan</a:t>
            </a:r>
            <a:endParaRPr lang="en-US" sz="3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744200" cy="4937760"/>
        </p:xfrm>
        <a:graphic>
          <a:graphicData uri="http://schemas.openxmlformats.org/drawingml/2006/table">
            <a:tbl>
              <a:tblPr/>
              <a:tblGrid>
                <a:gridCol w="3581400"/>
                <a:gridCol w="3581400"/>
                <a:gridCol w="3581400"/>
              </a:tblGrid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B61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South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$57M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West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$39M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01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88900" marB="88900" anchor="ctr">
                    <a:lnL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Jarvys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Regional sales table</dc:title>
  <dc:subject>Regional sales table</dc:subject>
  <dc:creator>Jarvys</dc:creator>
  <cp:lastModifiedBy>Jarvys</cp:lastModifiedBy>
  <cp:revision>1</cp:revision>
  <dcterms:created xsi:type="dcterms:W3CDTF">2026-10-17T13:04:48Z</dcterms:created>
  <dcterms:modified xsi:type="dcterms:W3CDTF">2026-10-17T13:04:48Z</dcterms:modified>
</cp:coreProperties>
</file>