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operating report,Values reviewed with the finance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3657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region improved while operating costs stayed within plan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operating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operating cost change by region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6070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32918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5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region improved while operating costs stayed within plan</dc:title>
  <dc:subject>Every region improved while operating costs stayed within plan</dc:subject>
  <dc:creator>PptxGenJS</dc:creator>
  <cp:lastModifiedBy>PptxGenJS</cp:lastModifiedBy>
  <cp:revision>1</cp:revision>
  <dcterms:created xsi:type="dcterms:W3CDTF">2026-10-17T18:07:24Z</dcterms:created>
  <dcterms:modified xsi:type="dcterms:W3CDTF">2026-10-17T18:07:24Z</dcterms:modified>
</cp:coreProperties>
</file>